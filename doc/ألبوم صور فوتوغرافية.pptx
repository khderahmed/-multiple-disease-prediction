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photoAlbum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85138CE-7977-449A-95AD-8685BC5D0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CA900945-D264-40D2-A068-295F33B249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7165793-B912-4478-A723-697C28026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5870BF6-9DCA-4DAD-8314-2ECC716E9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3ADB1163-135A-45A4-BBEA-34DA032E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34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D0FD2ED-3535-41B9-AE47-CE8E68B6D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B2304B0E-C680-4256-8027-59548DB9F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AFDDB79B-7AD2-43EB-9AC3-AD8ED18D9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D5D9F6E-856D-4206-A23E-3F8D8D437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D69CE20-A67D-439B-898C-613E8B35A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1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D9C185D-76BB-482E-8E52-D3652971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50AEED04-9F38-43F4-91FC-BC7B3536E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E80CD04-AFC3-45C0-97C9-254A29973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32A960A-1385-46F4-84E0-4980E3F8F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63C4AF4-8926-4FB4-915B-1D28D46B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562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D77F903-15CA-4592-9631-C05BA30F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AD8376C-3016-4723-A49F-637738CD58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2E391CE8-CD4A-4FA8-A329-09C996A8A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BF5FAEE-51CC-4A7A-B96A-EDBC2069D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9CC953D0-E26A-41B1-A88F-3BF06EA46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83BBA9B-E3C5-4FC8-8AE8-C5068F058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5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2E104E7-DBEF-45C2-A785-2FBFBD396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A13B693-7B67-4C50-BFEA-7467D5768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EBB4D8A2-ED8B-4D53-8A84-4D95930D9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8FB3BAE0-8800-49F7-9FFC-BB14141C3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AE0A2942-0510-4570-AF58-BEAC76B508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CE277FFB-9328-4A67-B9D9-D36CAA09C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87720114-9C63-41A0-B7A2-EDAD8811D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A05A71D1-B746-4FA4-ACCF-71648412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0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C71BFB6-A2A9-4DC3-9737-1E0BBBE9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C6E78193-E3E6-4BC0-99E8-9573468D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2805225-AF69-4570-B0E5-2EFB3EF2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C7C753A1-6C49-4349-B959-3FC6BC7A5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77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E24463FA-2EB1-4F71-AA73-680B06B6F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D7A68DC3-EFCE-42D5-B80F-94543DE6D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5FD4B50-78B2-4F83-ACCB-6B0E3ADF6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85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DC0E654-4B70-4B3C-B1B5-C2601BBBD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384E0F2-C86B-4DCA-99F6-0C2E65972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318E316F-9B00-475C-A2C7-B1748B25E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19DF3D78-532B-460B-AC18-DDFAB08E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728B7C0E-81BB-411B-8864-BDECBB9E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195FAFFE-DD94-45CE-8790-BDB521A8B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11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1A1B282-A68B-4295-88D1-0AAE68B6C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C9C2734D-7348-4128-A4C6-26750CBDEE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7C027961-3AB6-49AE-A959-0428A52B27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9BD98BB9-0892-4886-B2C6-9131B9358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A7902C1-7657-41FF-9B9B-0DB7B513A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1DA0973-120E-412B-B77D-51AE566D2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57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1D4B598-5027-420E-B228-AB03BAE9E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6D554881-07F2-4D38-9C75-1143EC115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CE536D8E-0EA3-41FF-8774-FDBD377F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33A88D8-9909-41BD-9E39-539367BF9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8D53C205-D586-4D1B-BF5E-C7978B814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7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0D238792-B85F-4CE4-B4B4-8B38FA85FE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2CA22377-2183-4782-BC96-98E3BFAA72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FE21A454-FE4B-4BEA-B319-B505207A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5E6E9D2-58C1-47E1-8070-37639FD24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27B89893-6D39-4222-B6CB-D1D36048B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02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1594B247-9C12-4746-9AB8-8B4CA449E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DD77CD91-2E29-4006-810A-D5F3C8C89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8C99CBF-9E37-4A74-BFEA-522EEB3003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F95EF2-02CB-4042-BA7E-A8807C9F39E3}" type="datetimeFigureOut">
              <a:rPr lang="en-US" smtClean="0"/>
              <a:t>8/8/2024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DD09DF2-42AF-476B-8BF1-B9C5A9DF0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F94F64F-3A34-4597-80C3-08DE5F67E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4F254-FEED-43BC-9333-5F5F6776D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0238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5DD5989-DC63-461B-82FC-E4364268B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ar-SY"/>
              <a:t>ألبوم صور فوتوغرافية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E6F2D74A-7A55-44C8-814E-F9D4E61B85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ar-SY" dirty="0"/>
              <a:t>بواسطة </a:t>
            </a:r>
            <a:r>
              <a:rPr lang="en-US" dirty="0" err="1"/>
              <a:t>khder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72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Breast Cancer">
            <a:extLst>
              <a:ext uri="{FF2B5EF4-FFF2-40B4-BE49-F238E27FC236}">
                <a16:creationId xmlns:a16="http://schemas.microsoft.com/office/drawing/2014/main" id="{BA0F1065-15BA-424A-9EA2-94983570E222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950"/>
            <a:ext cx="12192000" cy="63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81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dashboard">
            <a:extLst>
              <a:ext uri="{FF2B5EF4-FFF2-40B4-BE49-F238E27FC236}">
                <a16:creationId xmlns:a16="http://schemas.microsoft.com/office/drawing/2014/main" id="{857B9031-688D-409B-89D2-2E516203B6F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513" y="0"/>
            <a:ext cx="6276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95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Dashbord">
            <a:extLst>
              <a:ext uri="{FF2B5EF4-FFF2-40B4-BE49-F238E27FC236}">
                <a16:creationId xmlns:a16="http://schemas.microsoft.com/office/drawing/2014/main" id="{E08F1F51-A6B5-4F47-98A5-75A61007571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13" y="0"/>
            <a:ext cx="11660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662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Diabetes Prediction">
            <a:extLst>
              <a:ext uri="{FF2B5EF4-FFF2-40B4-BE49-F238E27FC236}">
                <a16:creationId xmlns:a16="http://schemas.microsoft.com/office/drawing/2014/main" id="{4D0ACF03-039E-43AC-BC32-416F640B0FA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13" y="0"/>
            <a:ext cx="11533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0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Heart Disease Prediction">
            <a:extLst>
              <a:ext uri="{FF2B5EF4-FFF2-40B4-BE49-F238E27FC236}">
                <a16:creationId xmlns:a16="http://schemas.microsoft.com/office/drawing/2014/main" id="{EBD73925-8995-49F5-B112-B1DCECA5326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63" y="0"/>
            <a:ext cx="10936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41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home">
            <a:extLst>
              <a:ext uri="{FF2B5EF4-FFF2-40B4-BE49-F238E27FC236}">
                <a16:creationId xmlns:a16="http://schemas.microsoft.com/office/drawing/2014/main" id="{944EC4CF-B793-4662-B2B3-84138DBCB80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663" y="0"/>
            <a:ext cx="54006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69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LoginAdmin">
            <a:extLst>
              <a:ext uri="{FF2B5EF4-FFF2-40B4-BE49-F238E27FC236}">
                <a16:creationId xmlns:a16="http://schemas.microsoft.com/office/drawing/2014/main" id="{703DB83C-1A79-4A22-B8D0-2599B514F6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2100"/>
            <a:ext cx="12192000" cy="627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3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loginn">
            <a:extLst>
              <a:ext uri="{FF2B5EF4-FFF2-40B4-BE49-F238E27FC236}">
                <a16:creationId xmlns:a16="http://schemas.microsoft.com/office/drawing/2014/main" id="{999418DE-C270-4372-AEF4-20954006FEE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113" y="0"/>
            <a:ext cx="6834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60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Parkinsonsr Pediction">
            <a:extLst>
              <a:ext uri="{FF2B5EF4-FFF2-40B4-BE49-F238E27FC236}">
                <a16:creationId xmlns:a16="http://schemas.microsoft.com/office/drawing/2014/main" id="{84B3B262-B41A-4CE1-BEB2-E58A6A6058B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88" y="0"/>
            <a:ext cx="11145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003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Patientdat">
            <a:extLst>
              <a:ext uri="{FF2B5EF4-FFF2-40B4-BE49-F238E27FC236}">
                <a16:creationId xmlns:a16="http://schemas.microsoft.com/office/drawing/2014/main" id="{A5A5B830-DFD0-449C-91D4-B6072F3263E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63" y="0"/>
            <a:ext cx="11114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0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 descr="Patientdata">
            <a:extLst>
              <a:ext uri="{FF2B5EF4-FFF2-40B4-BE49-F238E27FC236}">
                <a16:creationId xmlns:a16="http://schemas.microsoft.com/office/drawing/2014/main" id="{3084EB9D-7CF0-4771-928C-D50D639DC24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" y="0"/>
            <a:ext cx="108950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425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EEA7DCF0-3C8B-462F-A11F-EDDAEAB0C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6749296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شاشة عريضة</PresentationFormat>
  <Paragraphs>2</Paragraphs>
  <Slides>13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نسق Office</vt:lpstr>
      <vt:lpstr>ألبوم صور فوتوغرافية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ألبوم صور فوتوغرافية</dc:title>
  <dc:creator>ASUS</dc:creator>
  <cp:lastModifiedBy>ASUS</cp:lastModifiedBy>
  <cp:revision>1</cp:revision>
  <dcterms:created xsi:type="dcterms:W3CDTF">2024-08-07T21:43:53Z</dcterms:created>
  <dcterms:modified xsi:type="dcterms:W3CDTF">2024-08-07T21:44:05Z</dcterms:modified>
</cp:coreProperties>
</file>